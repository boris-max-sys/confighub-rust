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00C9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0C9FF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8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 configuration dynamique pour microservices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828800" cy="384048"/>
          </a:xfrm>
          <a:prstGeom prst="rect">
            <a:avLst>
              <a:gd name="adj" fmla="val 14286"/>
            </a:avLst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Built with Rust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3474720"/>
            <a:ext cx="1371600" cy="384048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474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GL4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12700">
            <a:solidFill>
              <a:srgbClr val="243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Fiabilité · Scalabilité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des microservices est un cauchemar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3566160"/>
          </a:xfrm>
          <a:prstGeom prst="rect">
            <a:avLst/>
          </a:prstGeom>
          <a:solidFill>
            <a:srgbClr val="1A2540"/>
          </a:solidFill>
          <a:ln w="25400">
            <a:solidFill>
              <a:srgbClr val="CE422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8346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Statiques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nécessite un redémarrage complet du service. Temps d'arrêt inacceptable en production.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834640" cy="3566160"/>
          </a:xfrm>
          <a:prstGeom prst="rect">
            <a:avLst/>
          </a:prstGeom>
          <a:solidFill>
            <a:srgbClr val="1A25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des Sources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d'env, fichiers, bases de données... Aucune source de vérité unique. Désynchronisation garantie.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834640" cy="3566160"/>
          </a:xfrm>
          <a:prstGeom prst="rect">
            <a:avLst/>
          </a:prstGeom>
          <a:solidFill>
            <a:srgbClr val="1A25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834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Observabilité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qui a changé quoi, quand. Aucune traçabilité des versions de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 — Une plateforme, toute la puissance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14630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instantanée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54864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universelle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4320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Push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74320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80360"/>
            <a:ext cx="54864" cy="146304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8328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+ Env Vars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274320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880360"/>
            <a:ext cx="54864" cy="1463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0936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Native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indépendants, 1 système cohérent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0" y="1920240"/>
            <a:ext cx="2194560" cy="1371600"/>
          </a:xfrm>
          <a:prstGeom prst="ellipse">
            <a:avLst/>
          </a:prstGeom>
          <a:solidFill>
            <a:srgbClr val="00C9FF">
              <a:alpha val="90000"/>
            </a:srgbClr>
          </a:solidFill>
          <a:ln w="31750">
            <a:solidFill>
              <a:srgbClr val="00C9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9202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508760"/>
            <a:ext cx="1280160" cy="7772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182880" y="1097280"/>
            <a:ext cx="2011680" cy="77724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(Versioning)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508760"/>
            <a:ext cx="-1280160" cy="7772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6949440" y="1097280"/>
            <a:ext cx="2011680" cy="777240"/>
          </a:xfrm>
          <a:prstGeom prst="rect">
            <a:avLst/>
          </a:prstGeom>
          <a:solidFill>
            <a:srgbClr val="1A25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097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(TOML + ENV)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3703320"/>
            <a:ext cx="1280160" cy="-6858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182880" y="3291840"/>
            <a:ext cx="2011680" cy="777240"/>
          </a:xfrm>
          <a:prstGeom prst="rect">
            <a:avLst/>
          </a:prstGeom>
          <a:solidFill>
            <a:srgbClr val="1A25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" y="3291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 7878)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703320"/>
            <a:ext cx="-1280160" cy="-685800"/>
          </a:xfrm>
          <a:prstGeom prst="line">
            <a:avLst/>
          </a:prstGeom>
          <a:noFill/>
          <a:ln w="19050">
            <a:solidFill>
              <a:srgbClr val="CE422B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6949440" y="3291840"/>
            <a:ext cx="2011680" cy="777240"/>
          </a:xfrm>
          <a:prstGeom prst="rect">
            <a:avLst/>
          </a:prstGeom>
          <a:solidFill>
            <a:srgbClr val="1A2540"/>
          </a:solidFill>
          <a:ln w="25400">
            <a:solidFill>
              <a:srgbClr val="CE422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3291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 3000)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206240"/>
            <a:ext cx="0" cy="-914400"/>
          </a:xfrm>
          <a:prstGeom prst="line">
            <a:avLst/>
          </a:prstGeom>
          <a:noFill/>
          <a:ln w="19050">
            <a:solidFill>
              <a:srgbClr val="0EA5E9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3566160" y="4206240"/>
            <a:ext cx="2011680" cy="640080"/>
          </a:xfrm>
          <a:prstGeom prst="rect">
            <a:avLst/>
          </a:prstGeom>
          <a:solidFill>
            <a:srgbClr val="1A2540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118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 Local)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D35"/>
          </a:solidFill>
          <a:ln w="12700">
            <a:solidFill>
              <a:srgbClr val="131D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0B981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Source de Vérité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système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502920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311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clé-valeur structuré par namespace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(namespace, key) → ConfigValue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502920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5292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de version global auto-incrémenté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= nouvelle version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11296"/>
            <a:ext cx="502920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1129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des diffs depuis n'importe quelle 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78561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changes_since(v) retourne uniquement les changements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5029200" cy="56692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966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avec RwLock interne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4439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concurrentes sans blocage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731520"/>
            <a:ext cx="3383280" cy="4114800"/>
          </a:xfrm>
          <a:prstGeom prst="rect">
            <a:avLst/>
          </a:prstGeom>
          <a:solidFill>
            <a:srgbClr val="0D1117"/>
          </a:solidFill>
          <a:ln w="19050">
            <a:solidFill>
              <a:srgbClr val="24335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77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1097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mut store =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1289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ConfigStore::new();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1673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store.set(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1865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"db", "host",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"localhost"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22494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// → v1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2633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store.set(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2825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"db", "port",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2356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"5432"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3209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// → v2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3560" y="3593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changes =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3785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store.changes_since(0);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B5CF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· Variables d'Env · Références Dynamiques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priorité 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83464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148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maximale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5468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148840"/>
            <a:ext cx="25603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Files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fichiers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4068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2148840"/>
            <a:ext cx="228600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2377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5029200" cy="1371600"/>
          </a:xfrm>
          <a:prstGeom prst="rect">
            <a:avLst/>
          </a:prstGeom>
          <a:solidFill>
            <a:srgbClr val="1A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Résolution de Références Inter-Clés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"postgres://${db.host}:${db.port}/${db.name}"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410712"/>
            <a:ext cx="4663440" cy="0"/>
          </a:xfrm>
          <a:prstGeom prst="line">
            <a:avLst/>
          </a:prstGeom>
          <a:noFill/>
          <a:ln w="6350">
            <a:solidFill>
              <a:srgbClr val="2433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"postgres://localhost:5432/mydb"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8221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automatique au chargement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1188720"/>
            <a:ext cx="3383280" cy="3657600"/>
          </a:xfrm>
          <a:prstGeom prst="rect">
            <a:avLst/>
          </a:prstGeom>
          <a:solidFill>
            <a:srgbClr val="0D1117"/>
          </a:solidFill>
          <a:ln w="19050">
            <a:solidFill>
              <a:srgbClr val="24335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config_data/app.toml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[values]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= "localhost"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"5432"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"postgres://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2423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${db.host}: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${db.port}/"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2880360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 d'env override 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CONFIGHUB_DB_HOST=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prod-db.example.com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Priorité sur le TOML ✓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SUBSCRIPTION SERVER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en temps réel — Port 7878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textuel simple &amp; puissant 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50292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311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db.host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OK SUBSCRIBED db.host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 clé unique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62072"/>
            <a:ext cx="50292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986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db.*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OK SUBSCRIBED db.*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Souscription namespace entier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50292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661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UNSUBSCRIBE db.host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OK UNSUBSCRIBED db.host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6667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Désabonnement propre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97096"/>
            <a:ext cx="5029200" cy="5943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3367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PONG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4334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de connexion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572000"/>
            <a:ext cx="502920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5720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UPDATE db host prod-db.example.com 7   ← Push automatique vers les abonnés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731520"/>
            <a:ext cx="3383280" cy="42062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Push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280160"/>
            <a:ext cx="2011680" cy="68580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280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:7878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228600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2514600"/>
            <a:ext cx="731520" cy="1399032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32" name="Shape 30"/>
          <p:cNvSpPr/>
          <p:nvPr/>
        </p:nvSpPr>
        <p:spPr>
          <a:xfrm>
            <a:off x="5669280" y="301752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3246120"/>
            <a:ext cx="731520" cy="667512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5669280" y="3749040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40880" y="3977640"/>
            <a:ext cx="731520" cy="-64008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38" name="Text 36"/>
          <p:cNvSpPr/>
          <p:nvPr/>
        </p:nvSpPr>
        <p:spPr>
          <a:xfrm>
            <a:off x="56692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 push en temps réel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E422B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universelle — Port 3000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502920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7772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86537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/config/{ns}/{key}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1214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valeur de configuration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50592"/>
            <a:ext cx="502920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50592"/>
            <a:ext cx="7772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5059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487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/config/{ns}/{key}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ou mettre à jour une valeur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502920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72384"/>
            <a:ext cx="777240" cy="54864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723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/config/{ns}/{key}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3649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clé de configuration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502920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94176"/>
            <a:ext cx="7772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9417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7307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/config/{ns}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9867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complet d'un namespace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315968"/>
            <a:ext cx="5029200" cy="548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315968"/>
            <a:ext cx="777240" cy="5486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159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43525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6085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— état du serveur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709160"/>
            <a:ext cx="1828800" cy="27432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Axum Framework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77840" y="731520"/>
            <a:ext cx="338328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24335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822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Lire une valeur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1005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1188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config/db/host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15087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Écrire une valeur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PUT .../config/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1874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db/host \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2057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'{"value":...}'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 check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69280" y="2560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.../health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2743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{"status": "ok"}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0" y="3063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namespace complet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0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.../config/db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3429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{"host":"...","port":...}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UPDATE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tous les abonnés TCP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EA5E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RUST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 + Watch Temps Réel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502920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8836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hybride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pour les push + HTTP pour les lectures/écritures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02920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78608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 intelligent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→ cache d'abord, fallback HTTP automatique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502920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2841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383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en temps réel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une clé avec callback automatique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78224"/>
            <a:ext cx="502920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78224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namespace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subscribe('db.*') — tous les changements d'un coup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731520"/>
            <a:ext cx="338328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24335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0" y="822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confighub::ConfigClient;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client = ConfigClient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426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::connect(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"127.0.0.1:7878",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1828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"http://127.0.0.1:3000"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2029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).await?;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2432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Subscribe namespace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2633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client.subscribe("db.*")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2834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.await?;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(cache + fallback)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0" y="3438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h = client.get("db","host")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3639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.await;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4041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Watch en temps réel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0" y="42428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client.watch("db","host",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4443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|v| println!("{}", v))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69280" y="4645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.await;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CLÉE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Atomique — Zéro Perte de Données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94360" cy="59436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88720" y="1527048"/>
            <a:ext cx="594360" cy="0"/>
          </a:xfrm>
          <a:prstGeom prst="line">
            <a:avLst/>
          </a:prstGeom>
          <a:noFill/>
          <a:ln w="19050">
            <a:solidFill>
              <a:srgbClr val="243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65960"/>
            <a:ext cx="132588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527048"/>
            <a:ext cx="594360" cy="0"/>
          </a:xfrm>
          <a:prstGeom prst="line">
            <a:avLst/>
          </a:prstGeom>
          <a:noFill/>
          <a:ln w="19050">
            <a:solidFill>
              <a:srgbClr val="2433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1965960"/>
            <a:ext cx="132588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db.host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12344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1527048"/>
            <a:ext cx="594360" cy="0"/>
          </a:xfrm>
          <a:prstGeom prst="line">
            <a:avLst/>
          </a:prstGeom>
          <a:noFill/>
          <a:ln w="19050">
            <a:solidFill>
              <a:srgbClr val="2433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965960"/>
            <a:ext cx="132588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db.port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234440"/>
            <a:ext cx="594360" cy="59436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1527048"/>
            <a:ext cx="594360" cy="0"/>
          </a:xfrm>
          <a:prstGeom prst="line">
            <a:avLst/>
          </a:prstGeom>
          <a:noFill/>
          <a:ln w="19050">
            <a:solidFill>
              <a:srgbClr val="2433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965960"/>
            <a:ext cx="132588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app.url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http://...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594360" cy="59436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527048"/>
            <a:ext cx="594360" cy="0"/>
          </a:xfrm>
          <a:prstGeom prst="line">
            <a:avLst/>
          </a:prstGeom>
          <a:noFill/>
          <a:ln w="19050">
            <a:solidFill>
              <a:srgbClr val="2433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965960"/>
            <a:ext cx="132588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db.host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E4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12344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809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1965960"/>
            <a:ext cx="132588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2011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db.host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98080" y="2377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prod-db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108960"/>
            <a:ext cx="8412480" cy="164592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changes_since(2)  →  Retourne uniquement v3, v4, v5 — Diff efficace, pas de resync complète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3630168"/>
            <a:ext cx="8046720" cy="0"/>
          </a:xfrm>
          <a:prstGeom prst="line">
            <a:avLst/>
          </a:prstGeom>
          <a:noFill/>
          <a:ln w="6350">
            <a:solidFill>
              <a:srgbClr val="2433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 clients ne téléchargent que ce qui a changé depuis leur dernière synchronisation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Idéal pour les reconnexions — aucune perte, aucun doublon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108960"/>
            <a:ext cx="54864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by Design — Rust &amp; Tokio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Pauses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= mémoire sans GC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1A2540"/>
          </a:solidFill>
          <a:ln w="25400">
            <a:solidFill>
              <a:srgbClr val="00C9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Tokio non-bloquant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1A25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concurrentes libres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412480" cy="42976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2608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99923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&amp; HTTP tournent en parallèle via Tokio — aucun blocage entre les deux serveurs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29000"/>
            <a:ext cx="8412480" cy="42976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2900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5021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RwLock sur ConfigStore — N lecteurs simultanés, 1 seul écrivain en exclusion mutuelle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42976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3192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4005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des updates via channel Tokio — propagation O(1) vers tous les abonnés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8412480" cy="42976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3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3484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450799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garbage collector — latences prévisibles, mémoire contrôlée, zéro fuite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EN DIRECT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modification au client — en millisecondes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554480" cy="1371600"/>
          </a:xfrm>
          <a:prstGeom prst="rect">
            <a:avLst/>
          </a:prstGeom>
          <a:solidFill>
            <a:srgbClr val="1A25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/config/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db/host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514600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1554480" cy="1371600"/>
          </a:xfrm>
          <a:prstGeom prst="rect">
            <a:avLst/>
          </a:prstGeom>
          <a:solidFill>
            <a:srgbClr val="1A2540"/>
          </a:solidFill>
          <a:ln w="25400">
            <a:solidFill>
              <a:srgbClr val="CE422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508760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4028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Axum Handler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2514600"/>
            <a:ext cx="640080" cy="0"/>
          </a:xfrm>
          <a:prstGeom prst="line">
            <a:avLst/>
          </a:prstGeom>
          <a:noFill/>
          <a:ln w="25400">
            <a:solidFill>
              <a:srgbClr val="CE4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0" y="1828800"/>
            <a:ext cx="1554480" cy="137160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08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6052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.set()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514600"/>
            <a:ext cx="64008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35040" y="1828800"/>
            <a:ext cx="1554480" cy="1371600"/>
          </a:xfrm>
          <a:prstGeom prst="rect">
            <a:avLst/>
          </a:prstGeom>
          <a:solidFill>
            <a:srgbClr val="1A2540"/>
          </a:solidFill>
          <a:ln w="25400">
            <a:solidFill>
              <a:srgbClr val="00C9F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1508760"/>
            <a:ext cx="457200" cy="45720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8076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2514600"/>
            <a:ext cx="64008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98080" y="1828800"/>
            <a:ext cx="1554480" cy="1371600"/>
          </a:xfrm>
          <a:prstGeom prst="rect">
            <a:avLst/>
          </a:prstGeom>
          <a:solidFill>
            <a:srgbClr val="1A25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46720" y="15087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010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54380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Push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42900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chez tous les clients abonnés 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db host prod-db.example.com 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8640" y="4187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callback déclenché → cache local mis à jour → app notifiée automatiquement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&amp; Tests de Charge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73736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config_store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set/get clé-valeur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Versioning incrémental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122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changes_since(v)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682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Clés inexistantes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1A2540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1148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persistence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Chargement TOML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856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Override ENV vars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122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Résolution ${refs}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3682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Priorité ENV &gt; TOML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114800" cy="1737360"/>
          </a:xfrm>
          <a:prstGeom prst="rect">
            <a:avLst/>
          </a:prstGeom>
          <a:solidFill>
            <a:srgbClr val="1A25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0896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subscription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SUBSCRIBE / UNSUBSCRIBE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7764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Wildcard db.*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0325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PING → PONG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2885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Multiples clients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108960"/>
            <a:ext cx="4114800" cy="1737360"/>
          </a:xfrm>
          <a:prstGeom prst="rect">
            <a:avLst/>
          </a:prstGeom>
          <a:solidFill>
            <a:srgbClr val="1A2540"/>
          </a:solidFill>
          <a:ln w="25400">
            <a:solidFill>
              <a:srgbClr val="CE422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08960"/>
            <a:ext cx="4114800" cy="347472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test http_api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5204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764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PUT update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3250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DELETE key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2885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namespace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5445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check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cargo test --release load_test -- --ignored   →  Tests de charge haute intensité disponibles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 en Production — Qui en a besoin 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691640"/>
          </a:xfrm>
          <a:prstGeom prst="rect">
            <a:avLst/>
          </a:prstGeom>
          <a:solidFill>
            <a:srgbClr val="1A2540"/>
          </a:solidFill>
          <a:ln w="19050">
            <a:solidFill>
              <a:srgbClr val="00C9F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16916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Microservices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services qui partagent des configs de base de données, URLs d'API, feature flags — tout centralisé, tout synchronisé.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1691640"/>
          </a:xfrm>
          <a:prstGeom prst="rect">
            <a:avLst/>
          </a:prstGeom>
          <a:solidFill>
            <a:srgbClr val="1A254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Progressifs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des features flags sans redéploiement. Rollout graduel, rollback instantané. Zéro downtime.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1691640"/>
          </a:xfrm>
          <a:prstGeom prst="rect">
            <a:avLst/>
          </a:prstGeom>
          <a:solidFill>
            <a:srgbClr val="1A25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3721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Runtime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les timeouts, les limites de connexion, les niveaux de log en direct — sans interruption de service.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1A2540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63240"/>
            <a:ext cx="54864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46320" y="3721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Secrets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de credentials, mise à jour de tokens d'API — propagée instantanément à tous les services concernés.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 vs. Solutions Existantes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92608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2433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1463040" cy="365760"/>
          </a:xfrm>
          <a:prstGeom prst="rect">
            <a:avLst/>
          </a:prstGeom>
          <a:solidFill>
            <a:srgbClr val="10B981"/>
          </a:solidFill>
          <a:ln w="6350">
            <a:solidFill>
              <a:srgbClr val="24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146304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243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146304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2433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143000"/>
            <a:ext cx="146304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243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508760"/>
            <a:ext cx="292608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temps réel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5087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Polling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5087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Watch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5087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1965960"/>
            <a:ext cx="292608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intégré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19659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9659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9659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(MVCC)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89520" y="19659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2423160"/>
            <a:ext cx="292608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inter-clés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24231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63440" y="24231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26480" y="24231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89520" y="24231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2880360"/>
            <a:ext cx="292608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client local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0" y="28803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663440" y="28803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26480" y="28803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589520" y="28803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3524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3337560"/>
            <a:ext cx="292608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TCP simple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00400" y="33375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663440" y="33375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126480" y="33375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589520" y="33375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3794760"/>
            <a:ext cx="292608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794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dépendance externe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0" y="37947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4612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663440" y="37947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126480" y="37947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722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589520" y="3794760"/>
            <a:ext cx="1463040" cy="457200"/>
          </a:xfrm>
          <a:prstGeom prst="rect">
            <a:avLst/>
          </a:prstGeom>
          <a:solidFill>
            <a:srgbClr val="131D35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3524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74320" y="4251960"/>
            <a:ext cx="292608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251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en Rust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0" y="4251960"/>
            <a:ext cx="1463040" cy="457200"/>
          </a:xfrm>
          <a:prstGeom prst="rect">
            <a:avLst/>
          </a:prstGeom>
          <a:solidFill>
            <a:srgbClr val="1A352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4612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663440" y="42519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0916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(Go)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126480" y="42519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7220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(Go)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589520" y="4251960"/>
            <a:ext cx="1463040" cy="457200"/>
          </a:xfrm>
          <a:prstGeom prst="rect">
            <a:avLst/>
          </a:prstGeom>
          <a:solidFill>
            <a:srgbClr val="1A2540"/>
          </a:solidFill>
          <a:ln w="3810">
            <a:solidFill>
              <a:srgbClr val="24335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3524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 = la seule solution combinant TCP Push + Versioning + Références + Cache + Rust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RAPIDE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 en 3 commandes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&amp; Compiler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572768"/>
            <a:ext cx="78638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727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build --release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serveur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2578608"/>
            <a:ext cx="78638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5786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run --bin confighub-server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548640" cy="548640"/>
          </a:xfrm>
          <a:prstGeom prst="ellips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&amp; Utiliser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584448"/>
            <a:ext cx="78638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5844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http://localhost:3000/health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1A254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: cargo test                       →  tous les tests unitaires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44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 : cargo test --release load_test -- --ignored  →  tests de charge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C9FF">
              <a:alpha val="8000"/>
            </a:srgbClr>
          </a:solidFill>
          <a:ln w="12700">
            <a:solidFill>
              <a:srgbClr val="00C9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redéfinir la gestion de configuration 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3657600" cy="0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ConfigHub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1645920" y="2743200"/>
            <a:ext cx="1097280" cy="1097280"/>
          </a:xfrm>
          <a:prstGeom prst="ellipse">
            <a:avLst/>
          </a:prstGeom>
          <a:solidFill>
            <a:srgbClr val="1A2540"/>
          </a:solidFill>
          <a:ln w="25400">
            <a:solidFill>
              <a:srgbClr val="00C9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788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2743200"/>
            <a:ext cx="1097280" cy="1097280"/>
          </a:xfrm>
          <a:prstGeom prst="ellipse">
            <a:avLst/>
          </a:prstGeom>
          <a:solidFill>
            <a:srgbClr val="1A2540"/>
          </a:solidFill>
          <a:ln w="25400">
            <a:solidFill>
              <a:srgbClr val="00C9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2788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1097280" cy="1097280"/>
          </a:xfrm>
          <a:prstGeom prst="ellipse">
            <a:avLst/>
          </a:prstGeom>
          <a:solidFill>
            <a:srgbClr val="1A2540"/>
          </a:solidFill>
          <a:ln w="25400">
            <a:solidFill>
              <a:srgbClr val="00C9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788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🦀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3886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343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run --bin confighub-server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6350">
            <a:solidFill>
              <a:srgbClr val="243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11 — GL4 · Programmation Système avec Rust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ConfigHub — Présentation Commerciale</dc:title>
  <dc:subject>PptxGenJS Presentation</dc:subject>
  <dc:creator>PptxGenJS</dc:creator>
  <cp:lastModifiedBy>PptxGenJS</cp:lastModifiedBy>
  <cp:revision>1</cp:revision>
  <dcterms:created xsi:type="dcterms:W3CDTF">2026-05-04T21:03:36Z</dcterms:created>
  <dcterms:modified xsi:type="dcterms:W3CDTF">2026-05-04T21:03:36Z</dcterms:modified>
</cp:coreProperties>
</file>